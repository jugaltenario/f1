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7" r:id="rId10"/>
  </p:sldIdLst>
  <p:sldSz cx="14630400" cy="8229600"/>
  <p:notesSz cx="8229600" cy="14630400"/>
  <p:embeddedFontLst>
    <p:embeddedFont>
      <p:font typeface="0xProto Nerd Font" panose="02000009000000000000" pitchFamily="50" charset="0"/>
      <p:regular r:id="rId12"/>
      <p:bold r:id="rId13"/>
      <p: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58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galtenario/f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18699"/>
            <a:ext cx="7556421" cy="42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6000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F1 Racing Stats Web Application</a:t>
            </a:r>
            <a:endParaRPr lang="en-US" sz="60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6118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Jugal Patel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2299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24162581032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84799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FET Subject Project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55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Project Overview</a:t>
            </a:r>
            <a:endParaRPr lang="en-US" sz="4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89" y="196309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The F1 Racing Stats Web Application is designed to be the ultimate digital companion for Formula 1 enthusiasts and data analysts. This full-stack web application offers: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740587"/>
            <a:ext cx="7556421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Comprehensive tracking of real-time driver and constructor standings.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Detailed race results, including lap times, pit stop data, and incident summaries.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An extensive archive of historical data covering past seasons, circuits, and legendary drivers.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An intuitive, responsive interface for exploring performance trends and statistics.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00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Technology Stack</a:t>
            </a:r>
            <a:endParaRPr lang="en-US" sz="4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624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Our F1 Racing Stats Web Application is built on a modern, robust, and scalable technology stack designed for high performance and maintainability.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743444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Angular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644253" y="4233863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Dynamic user interfaces for an interactive frontend experience.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743444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Node.js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307348" y="4233863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Efficient and scalable server-side operations and application runtime.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413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Express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644253" y="5903714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Robust API development and server management framework.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413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MongoDB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307348" y="5903714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Flexible NoSQL database for structured and unstructured F1 data.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705902-5CC0-1735-1772-5643FB89F425}"/>
              </a:ext>
            </a:extLst>
          </p:cNvPr>
          <p:cNvSpPr/>
          <p:nvPr/>
        </p:nvSpPr>
        <p:spPr>
          <a:xfrm>
            <a:off x="12782747" y="7663992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45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Database Schema</a:t>
            </a:r>
            <a:endParaRPr lang="en-US" sz="4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969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Our F1 Racing Stats Web Application organizes data across several key MongoDB collections, designed for efficient storage and retrieval of racing information.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77910"/>
            <a:ext cx="4196358" cy="381714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3083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2721888" y="34320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1</a:t>
            </a:r>
            <a:endParaRPr lang="en-US" sz="26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4215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Driver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084" y="4706064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driverId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name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nationality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team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points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3277910"/>
            <a:ext cx="4196358" cy="381714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33083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34320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2</a:t>
            </a:r>
            <a:endParaRPr lang="en-US" sz="26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74256" y="4215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Race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74256" y="4706064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raceId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name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circuit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date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season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40133" y="3277910"/>
            <a:ext cx="4196358" cy="3817144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330839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11568232" y="343209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3</a:t>
            </a:r>
            <a:endParaRPr lang="en-US" sz="26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97427" y="4215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Result</a:t>
            </a:r>
            <a:endParaRPr lang="en-US" sz="22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97427" y="4706064"/>
            <a:ext cx="368177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resultId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driverId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raceId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position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points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12BD86-162A-1A9C-A1D1-83ED8611871F}"/>
              </a:ext>
            </a:extLst>
          </p:cNvPr>
          <p:cNvSpPr/>
          <p:nvPr/>
        </p:nvSpPr>
        <p:spPr>
          <a:xfrm>
            <a:off x="12782747" y="7673419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55439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REST API Routes</a:t>
            </a:r>
            <a:endParaRPr lang="en-US" sz="42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6642" y="1743194"/>
            <a:ext cx="131171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Our application exposes a comprehensive set of RESTful API endpoints for interacting with F1 racing data, designed for seamless integration and robust data retrieval.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6642" y="2650569"/>
            <a:ext cx="13117116" cy="4923472"/>
          </a:xfrm>
          <a:prstGeom prst="roundRect">
            <a:avLst>
              <a:gd name="adj" fmla="val 18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361" y="2789396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Endpoint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35108" y="2789396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Description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0361" y="3397210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GET /api/drivers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35108" y="3397210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Get all drivers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80361" y="4012644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GET /api/drivers/:id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35108" y="4012644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Get driver by ID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0361" y="4628078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GET /api/races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35108" y="4628078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Get all races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0361" y="5243513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GET /api/races/:id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35108" y="5243513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Get race details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0361" y="5858947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GET /api/results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35108" y="5858947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Get race results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80361" y="6474381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POST /api/results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35108" y="6474381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Create new result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0361" y="7089815"/>
            <a:ext cx="6114931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0xProto Nerd Font" panose="02000009000000000000" pitchFamily="50" charset="0"/>
                <a:ea typeface="Consolas" pitchFamily="34" charset="-122"/>
                <a:cs typeface="0xProto Nerd Font" panose="02000009000000000000" pitchFamily="50" charset="0"/>
              </a:rPr>
              <a:t>GET /api/standings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35108" y="7089815"/>
            <a:ext cx="61149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Get current standings</a:t>
            </a:r>
            <a:endParaRPr lang="en-US" sz="17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15A408-4A2C-53ED-DA7C-BBC499669A2C}"/>
              </a:ext>
            </a:extLst>
          </p:cNvPr>
          <p:cNvSpPr/>
          <p:nvPr/>
        </p:nvSpPr>
        <p:spPr>
          <a:xfrm>
            <a:off x="12782747" y="7663992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744" y="668060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Key Features</a:t>
            </a:r>
            <a:endParaRPr lang="en-US" sz="36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0" y="1494056"/>
            <a:ext cx="281702" cy="2817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54058" y="148828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Data Importing</a:t>
            </a:r>
            <a:endParaRPr lang="en-US" sz="1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754058" y="1874996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Seamlessly import F1 data from various external sources.</a:t>
            </a:r>
            <a:endParaRPr lang="en-US" sz="1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0" y="2466558"/>
            <a:ext cx="281702" cy="2817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54058" y="2460784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Race Results</a:t>
            </a:r>
            <a:endParaRPr lang="en-US" sz="1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6754058" y="2847499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View detailed race results, including lap times, pit stops, and incident summaries.</a:t>
            </a:r>
            <a:endParaRPr lang="en-US" sz="1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0" y="3439061"/>
            <a:ext cx="281702" cy="2817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4058" y="343328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Standings Tracking</a:t>
            </a:r>
            <a:endParaRPr lang="en-US" sz="1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6754058" y="3820001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Monitor real-time driver and constructor championship standings.</a:t>
            </a:r>
            <a:endParaRPr lang="en-US" sz="1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0" y="4411563"/>
            <a:ext cx="281702" cy="2817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54058" y="440578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Historical Data</a:t>
            </a:r>
            <a:endParaRPr lang="en-US" sz="1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6754058" y="4792504"/>
            <a:ext cx="721899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Access an extensive archive of past seasons, circuits, and legendary driver statistics.</a:t>
            </a:r>
            <a:endParaRPr lang="en-US" sz="1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0" y="5658743"/>
            <a:ext cx="281702" cy="28170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54058" y="5652968"/>
            <a:ext cx="2637473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Performance Analytics</a:t>
            </a:r>
            <a:endParaRPr lang="en-US" sz="1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754058" y="6039683"/>
            <a:ext cx="721899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Analyze in-depth driver and team performance trends with visual insights.</a:t>
            </a:r>
            <a:endParaRPr lang="en-US" sz="1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4110" y="6631245"/>
            <a:ext cx="281702" cy="28170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54058" y="662547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Responsive Design</a:t>
            </a:r>
            <a:endParaRPr lang="en-US" sz="1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6754058" y="7012186"/>
            <a:ext cx="721899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Enjoy a consistent and optimized experience across desktop, tablet, and mobile devices.</a:t>
            </a:r>
            <a:endParaRPr lang="en-US" sz="1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1B9CDD-4ECC-C142-CE31-C6D8345E0849}"/>
              </a:ext>
            </a:extLst>
          </p:cNvPr>
          <p:cNvSpPr/>
          <p:nvPr/>
        </p:nvSpPr>
        <p:spPr>
          <a:xfrm>
            <a:off x="12782747" y="7663992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5903"/>
            <a:ext cx="486310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Development Journey</a:t>
            </a:r>
            <a:endParaRPr lang="en-US" sz="35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9183" y="1408628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Our project followed a structured development process, ensuring robust design, efficient implementation, and comprehensive testing from concept to deployment.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79183" y="2090142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870" y="2157770"/>
            <a:ext cx="271105" cy="2711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9728" y="2152174"/>
            <a:ext cx="275736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Planning &amp; Requirements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29728" y="2520910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Defined project scope, core features, and user stories.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79183" y="3068717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870" y="3136344"/>
            <a:ext cx="271105" cy="2711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9728" y="313074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Database Design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629728" y="3499485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Structured MongoDB schemas for efficient data storage.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079183" y="4047292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6870" y="4114919"/>
            <a:ext cx="271105" cy="2711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29728" y="4109323"/>
            <a:ext cx="2476024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Backend Development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629728" y="4478060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Built robust Node.js and Express APIs for data handling.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1079183" y="5025866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6870" y="5093494"/>
            <a:ext cx="271105" cy="2711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29728" y="5087898"/>
            <a:ext cx="251090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Frontend Development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629728" y="5456634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Crafted interactive user interfaces with Angular.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1079183" y="6004441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6870" y="6072068"/>
            <a:ext cx="271105" cy="2711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29728" y="6066473"/>
            <a:ext cx="228504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Testing &amp; Integration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629728" y="6435209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Ensured seamless functionality and component compatibility.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1079183" y="6983016"/>
            <a:ext cx="406598" cy="40659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6870" y="7050643"/>
            <a:ext cx="271105" cy="27110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629728" y="7045047"/>
            <a:ext cx="328886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Deployment &amp; Documentation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629728" y="7413784"/>
            <a:ext cx="11921371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Launched the application and provided comprehensive guides.</a:t>
            </a:r>
            <a:endParaRPr lang="en-US" sz="14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6D6438-A9D2-C6D2-380C-3FD96BF28158}"/>
              </a:ext>
            </a:extLst>
          </p:cNvPr>
          <p:cNvSpPr/>
          <p:nvPr/>
        </p:nvSpPr>
        <p:spPr>
          <a:xfrm>
            <a:off x="12782747" y="7673419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D774E7-A582-F7BB-6F81-8E9D1C8AD611}"/>
              </a:ext>
            </a:extLst>
          </p:cNvPr>
          <p:cNvSpPr/>
          <p:nvPr/>
        </p:nvSpPr>
        <p:spPr>
          <a:xfrm>
            <a:off x="12782747" y="7663992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72572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Future Roadmap</a:t>
            </a:r>
            <a:endParaRPr lang="en-US" sz="38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2228" y="1516618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Our commitment to continuous improvement means we have an exciting roadmap of enhancements designed to elevate the F1 Racing Stats experience even further.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228" y="2309098"/>
            <a:ext cx="194905" cy="1949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2228" y="2593181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82228" y="2736294"/>
            <a:ext cx="280832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Real-time Data Updates</a:t>
            </a:r>
            <a:endParaRPr lang="en-US" sz="19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2228" y="3141345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Implement live race data streaming for instant updates on standings, lap times, and events as they unfold.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8901" y="2309098"/>
            <a:ext cx="194905" cy="194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98901" y="2593181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6"/>
          <p:cNvSpPr/>
          <p:nvPr/>
        </p:nvSpPr>
        <p:spPr>
          <a:xfrm>
            <a:off x="7398901" y="273629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Advanced Analytics</a:t>
            </a:r>
            <a:endParaRPr lang="en-US" sz="19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98901" y="3141345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Integrate machine learning models to provide predictive analytics, such as potential race outcomes and driver performance trends.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228" y="4058960"/>
            <a:ext cx="194905" cy="1949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2228" y="4343043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9"/>
          <p:cNvSpPr/>
          <p:nvPr/>
        </p:nvSpPr>
        <p:spPr>
          <a:xfrm>
            <a:off x="682228" y="448615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Mobile App</a:t>
            </a:r>
            <a:endParaRPr lang="en-US" sz="19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82228" y="4891207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Develop dedicated native iOS and Android applications to offer a seamless and optimized experience on mobile devices.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8901" y="4058960"/>
            <a:ext cx="194905" cy="1949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398901" y="4343043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2"/>
          <p:cNvSpPr/>
          <p:nvPr/>
        </p:nvSpPr>
        <p:spPr>
          <a:xfrm>
            <a:off x="7398901" y="448615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Social Features</a:t>
            </a:r>
            <a:endParaRPr lang="en-US" sz="19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398901" y="4891207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Introduce interactive social elements, allowing users to comment on races, share insights, and connect with other F1 fans.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228" y="5808821"/>
            <a:ext cx="194905" cy="1949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82228" y="6092904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5"/>
          <p:cNvSpPr/>
          <p:nvPr/>
        </p:nvSpPr>
        <p:spPr>
          <a:xfrm>
            <a:off x="682228" y="623601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API Documentation</a:t>
            </a:r>
            <a:endParaRPr lang="en-US" sz="19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82228" y="6641068"/>
            <a:ext cx="654927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Provide comprehensive Swagger/OpenAPI documentation for our REST API, enabling third-party developers to build on our platform.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8901" y="5808821"/>
            <a:ext cx="194905" cy="19490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98901" y="6092904"/>
            <a:ext cx="654927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18"/>
          <p:cNvSpPr/>
          <p:nvPr/>
        </p:nvSpPr>
        <p:spPr>
          <a:xfrm>
            <a:off x="7398901" y="6236018"/>
            <a:ext cx="313062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Performance Optimization</a:t>
            </a:r>
            <a:endParaRPr lang="en-US" sz="19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7398901" y="6641068"/>
            <a:ext cx="6549271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Continuously optimize backend and frontend performance through advanced caching strategies and database indexing for faster data access.</a:t>
            </a:r>
            <a:endParaRPr lang="en-US" sz="150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8DE7FD-799E-1F16-26EF-6888C1C42FAB}"/>
              </a:ext>
            </a:extLst>
          </p:cNvPr>
          <p:cNvSpPr/>
          <p:nvPr/>
        </p:nvSpPr>
        <p:spPr>
          <a:xfrm>
            <a:off x="12782747" y="7673419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2378" y="1390174"/>
            <a:ext cx="89656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0xProto Nerd Font" panose="02000009000000000000" pitchFamily="50" charset="0"/>
                <a:ea typeface="Inter Bold" pitchFamily="34" charset="-122"/>
                <a:cs typeface="0xProto Nerd Font" panose="02000009000000000000" pitchFamily="50" charset="0"/>
              </a:rPr>
              <a:t>Conclusion &amp; Acknowledgments</a:t>
            </a:r>
            <a:endParaRPr lang="en-US" sz="44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55258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This project has successfully delivered a robust F1 Racing Stats Web Application, demonstrating the power of modern web technologies to provide a comprehensive and engaging experience for Formula 1 enthusiasts. Its successful implementation reflects dedicated effort and effective application of full-stack development principles.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8964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We extend our sincere gratitude to our professors and examiners for their invaluable guidance, support, and constructive feedback throughout this journey.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8773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Key learnings included mastering the integration of Angular, Node.js, Express, and MongoDB, alongside achieving significant technical achievements in data handling, API development, and responsive UI design.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8583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Thank you for your time and consideration.</a:t>
            </a: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64764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</a:rPr>
              <a:t>Project Repository: </a:t>
            </a:r>
            <a:r>
              <a:rPr lang="en-US" sz="1750" u="sng" dirty="0">
                <a:solidFill>
                  <a:srgbClr val="4950BC"/>
                </a:solidFill>
                <a:latin typeface="0xProto Nerd Font" panose="02000009000000000000" pitchFamily="50" charset="0"/>
                <a:ea typeface="Inter" pitchFamily="34" charset="-122"/>
                <a:cs typeface="0xProto Nerd Font" panose="02000009000000000000" pitchFamily="50" charset="0"/>
                <a:hlinkClick r:id="rId3"/>
              </a:rPr>
              <a:t>GitHub</a:t>
            </a:r>
            <a:endParaRPr lang="en-US" sz="1750" u="sng" dirty="0">
              <a:solidFill>
                <a:srgbClr val="4950BC"/>
              </a:solidFill>
              <a:latin typeface="0xProto Nerd Font" panose="02000009000000000000" pitchFamily="50" charset="0"/>
              <a:ea typeface="Inter" pitchFamily="34" charset="-122"/>
              <a:cs typeface="0xProto Nerd Font" panose="02000009000000000000" pitchFamily="50" charset="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1750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F759E-8A35-9277-C666-47AE5250AE58}"/>
              </a:ext>
            </a:extLst>
          </p:cNvPr>
          <p:cNvSpPr/>
          <p:nvPr/>
        </p:nvSpPr>
        <p:spPr>
          <a:xfrm>
            <a:off x="12782747" y="7673419"/>
            <a:ext cx="1753386" cy="490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  <a:p>
            <a:pPr algn="ctr"/>
            <a:endParaRPr lang="en-IN" dirty="0">
              <a:latin typeface="0xProto Nerd Font" panose="02000009000000000000" pitchFamily="50" charset="0"/>
              <a:cs typeface="0xProto Nerd Font" panose="02000009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768</Words>
  <Application>Microsoft Office PowerPoint</Application>
  <PresentationFormat>Custom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0xProto Nerd Font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Jugal</dc:creator>
  <cp:lastModifiedBy>Jugal Patel</cp:lastModifiedBy>
  <cp:revision>7</cp:revision>
  <dcterms:created xsi:type="dcterms:W3CDTF">2026-04-28T08:05:54Z</dcterms:created>
  <dcterms:modified xsi:type="dcterms:W3CDTF">2026-04-28T09:16:12Z</dcterms:modified>
</cp:coreProperties>
</file>