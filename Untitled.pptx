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  <p:embeddedFont>
      <p:font typeface="Inter"/>
      <p:regular r:id="rId26"/>
    </p:embeddedFont>
    <p:embeddedFont>
      <p:font typeface="Inter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slideLayout" Target="../slideLayouts/slideLayout8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[Link to Project Repository]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00400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649153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4656773"/>
            <a:ext cx="347663" cy="347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0040" y="4632246"/>
            <a:ext cx="229493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JUGAL PATEL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18699"/>
            <a:ext cx="7556421" cy="425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F1 Racing Stats Web Application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561189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Jugal Patel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2299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24162581032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84799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 Subject Project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477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9672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F1 Racing Stats Web Application is designed to be the ultimate digital companion for Formula 1 enthusiasts and data analysts. This full-stack web application offers: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740587"/>
            <a:ext cx="7556421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tracking of real-time driver and constructor standings.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race results, including lap times, pit stop data, and incident summaries.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extensive archive of historical data covering past seasons, circuits, and legendary drivers.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intuitive, responsive interface for exploring performance trends and statistics.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00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624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F1 Racing Stats Web Application is built on a modern, robust, and scalable technology stack designed for high performance and maintainability.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743444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Angular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4233863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user interfaces for an interactive frontend experience.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743444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4233863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and scalable server-side operations and application runtime.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413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5903714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API development and server management framework.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413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MongoDB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5903714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NoSQL database for structured and unstructured F1 data.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45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Schema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9695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F1 Racing Stats Web Application organizes data across several key MongoDB collections, designed for efficient storage and retrieval of racing information.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77910"/>
            <a:ext cx="4196358" cy="3817144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30839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2721888" y="343209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4215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706064"/>
            <a:ext cx="368177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driverId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nationality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277910"/>
            <a:ext cx="4196358" cy="3817144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7442" y="330839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7145060" y="343209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474256" y="4215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74256" y="4706064"/>
            <a:ext cx="368177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raceId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circuit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277910"/>
            <a:ext cx="4196358" cy="3817144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0613" y="330839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sp>
        <p:nvSpPr>
          <p:cNvPr id="16" name="Text 14"/>
          <p:cNvSpPr/>
          <p:nvPr/>
        </p:nvSpPr>
        <p:spPr>
          <a:xfrm>
            <a:off x="11568232" y="343209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9897427" y="4215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97427" y="4706064"/>
            <a:ext cx="368177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resultId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driverId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raceId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55439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 Routes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743194"/>
            <a:ext cx="1311711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application exposes a comprehensive set of RESTful API endpoints for interacting with F1 racing data, designed for seamless integration and robust data retrieval.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2650569"/>
            <a:ext cx="13117116" cy="4923472"/>
          </a:xfrm>
          <a:prstGeom prst="roundRect">
            <a:avLst>
              <a:gd name="adj" fmla="val 184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361" y="2789396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35108" y="2789396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0361" y="3397210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/api/drivers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35108" y="3397210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all drivers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0361" y="4012644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/api/drivers/:id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35108" y="4012644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driver by ID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0361" y="4628078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/api/races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35108" y="4628078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all races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0361" y="5243513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/api/races/:id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35108" y="5243513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race details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0361" y="5858947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/api/results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35108" y="5858947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race results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0361" y="6474381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/api/results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35108" y="6474381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new result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80361" y="7089815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/api/standings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35108" y="7089815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current standings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744" y="668060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4110" y="1494056"/>
            <a:ext cx="281702" cy="2817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54058" y="148828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Importing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754058" y="1874996"/>
            <a:ext cx="721899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Seamlessly import F1 data from various external sources.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110" y="2466558"/>
            <a:ext cx="281702" cy="2817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54058" y="2460784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Race Results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754058" y="2847499"/>
            <a:ext cx="721899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detailed race results, including lap times, pit stops, and incident summaries.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4110" y="3439061"/>
            <a:ext cx="281702" cy="2817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54058" y="3433286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Standings Tracking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754058" y="3820001"/>
            <a:ext cx="721899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real-time driver and constructor championship standings.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4110" y="4411563"/>
            <a:ext cx="281702" cy="2817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54058" y="440578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Historical Data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6754058" y="4792504"/>
            <a:ext cx="721899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an extensive archive of past seasons, circuits, and legendary driver statistics.</a:t>
            </a:r>
            <a:endParaRPr lang="en-US" sz="14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14110" y="5658743"/>
            <a:ext cx="281702" cy="28170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754058" y="5652968"/>
            <a:ext cx="2637473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Analytics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6754058" y="6039683"/>
            <a:ext cx="721899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in-depth driver and team performance trends with visual insights.</a:t>
            </a:r>
            <a:endParaRPr lang="en-US" sz="14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14110" y="6631245"/>
            <a:ext cx="281702" cy="28170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754058" y="662547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Responsive Design</a:t>
            </a:r>
            <a:endParaRPr lang="en-US" sz="1800" dirty="0"/>
          </a:p>
        </p:txBody>
      </p:sp>
      <p:sp>
        <p:nvSpPr>
          <p:cNvPr id="21" name="Text 12"/>
          <p:cNvSpPr/>
          <p:nvPr/>
        </p:nvSpPr>
        <p:spPr>
          <a:xfrm>
            <a:off x="6754058" y="7012186"/>
            <a:ext cx="721899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Enjoy a consistent and optimized experience across desktop, tablet, and mobile devices.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3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27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directory layout as a hierarchical structure: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870841"/>
            <a:ext cx="4082891" cy="2268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5903"/>
            <a:ext cx="486310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Journey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79183" y="1408628"/>
            <a:ext cx="1247191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project followed a structured development process, ensuring robust design, efficient implementation, and comprehensive testing from concept to deployment.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79183" y="2090142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70" y="2157770"/>
            <a:ext cx="271105" cy="2711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9728" y="2152174"/>
            <a:ext cx="275736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Planning &amp; Requirements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629728" y="2520910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project scope, core features, and user stories.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9183" y="3068717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870" y="3136344"/>
            <a:ext cx="271105" cy="2711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9728" y="313074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Design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629728" y="3499485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MongoDB schemas for efficient data storage.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079183" y="4047292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6870" y="4114919"/>
            <a:ext cx="271105" cy="2711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29728" y="4109323"/>
            <a:ext cx="2476024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Development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629728" y="4478060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robust Node.js and Express APIs for data handling.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1079183" y="5025866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6870" y="5093494"/>
            <a:ext cx="271105" cy="2711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29728" y="5087898"/>
            <a:ext cx="251090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Development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1629728" y="5456634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Crafted interactive user interfaces with Angular.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1079183" y="6004441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6870" y="6072068"/>
            <a:ext cx="271105" cy="27110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29728" y="6066473"/>
            <a:ext cx="228504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Integration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1629728" y="6435209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seamless functionality and component compatibility.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1079183" y="6983016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6870" y="7050643"/>
            <a:ext cx="271105" cy="27110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629728" y="7045047"/>
            <a:ext cx="328886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 &amp; Documentation</a:t>
            </a:r>
            <a:endParaRPr lang="en-US" sz="1750" dirty="0"/>
          </a:p>
        </p:txBody>
      </p:sp>
      <p:sp>
        <p:nvSpPr>
          <p:cNvPr id="27" name="Text 19"/>
          <p:cNvSpPr/>
          <p:nvPr/>
        </p:nvSpPr>
        <p:spPr>
          <a:xfrm>
            <a:off x="1629728" y="7413784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Launched the application and provided comprehensive guides.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2605"/>
            <a:ext cx="58190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Interface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801410" y="3100983"/>
            <a:ext cx="3120747" cy="3120747"/>
          </a:xfrm>
          <a:prstGeom prst="roundRect">
            <a:avLst>
              <a:gd name="adj" fmla="val 3053"/>
            </a:avLst>
          </a:prstGeom>
          <a:solidFill>
            <a:srgbClr val="DFDF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424" y="4444603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3380" y="4774168"/>
            <a:ext cx="2076807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103608" y="3100983"/>
            <a:ext cx="3120866" cy="3120866"/>
          </a:xfrm>
          <a:prstGeom prst="roundRect">
            <a:avLst>
              <a:gd name="adj" fmla="val 3053"/>
            </a:avLst>
          </a:prstGeom>
          <a:solidFill>
            <a:srgbClr val="DFDF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622" y="4444603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25578" y="4774168"/>
            <a:ext cx="2076807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7405926" y="3100983"/>
            <a:ext cx="3120747" cy="3120747"/>
          </a:xfrm>
          <a:prstGeom prst="roundRect">
            <a:avLst>
              <a:gd name="adj" fmla="val 3053"/>
            </a:avLst>
          </a:prstGeom>
          <a:solidFill>
            <a:srgbClr val="DFDFE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940" y="4444603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27896" y="4774168"/>
            <a:ext cx="2076807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10708124" y="3100983"/>
            <a:ext cx="3120866" cy="3120866"/>
          </a:xfrm>
          <a:prstGeom prst="roundRect">
            <a:avLst>
              <a:gd name="adj" fmla="val 3053"/>
            </a:avLst>
          </a:prstGeom>
          <a:solidFill>
            <a:srgbClr val="DFDFE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4138" y="4444603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30094" y="4774168"/>
            <a:ext cx="2076807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72572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Roadmap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1516618"/>
            <a:ext cx="132659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commitment to continuous improvement means we have an exciting roadmap of enhancements designed to elevate the F1 Racing Stats experience even further.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228" y="2309098"/>
            <a:ext cx="194905" cy="1949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2228" y="2593181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682228" y="2736294"/>
            <a:ext cx="280832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Data Updates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2228" y="3141345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live race data streaming for instant updates on standings, lap times, and events as they unfold.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8901" y="2309098"/>
            <a:ext cx="194905" cy="1949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98901" y="2593181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6"/>
          <p:cNvSpPr/>
          <p:nvPr/>
        </p:nvSpPr>
        <p:spPr>
          <a:xfrm>
            <a:off x="7398901" y="273629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Analytics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398901" y="3141345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machine learning models to provide predictive analytics, such as potential race outcomes and driver performance trends.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228" y="4058960"/>
            <a:ext cx="194905" cy="1949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2228" y="4343043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9"/>
          <p:cNvSpPr/>
          <p:nvPr/>
        </p:nvSpPr>
        <p:spPr>
          <a:xfrm>
            <a:off x="682228" y="448615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App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82228" y="4891207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dedicated native iOS and Android applications to offer a seamless and optimized experience on mobile devices.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98901" y="4058960"/>
            <a:ext cx="194905" cy="1949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98901" y="4343043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2"/>
          <p:cNvSpPr/>
          <p:nvPr/>
        </p:nvSpPr>
        <p:spPr>
          <a:xfrm>
            <a:off x="7398901" y="448615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Social Features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398901" y="4891207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interactive social elements, allowing users to comment on races, share insights, and connect with other F1 fans.</a:t>
            </a:r>
            <a:endParaRPr lang="en-US" sz="15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2228" y="5808821"/>
            <a:ext cx="194905" cy="1949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82228" y="6092904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15"/>
          <p:cNvSpPr/>
          <p:nvPr/>
        </p:nvSpPr>
        <p:spPr>
          <a:xfrm>
            <a:off x="682228" y="623601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Documentation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682228" y="6641068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comprehensive Swagger/OpenAPI documentation for our REST API, enabling third-party developers to build on our platform.</a:t>
            </a:r>
            <a:endParaRPr lang="en-US" sz="15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98901" y="5808821"/>
            <a:ext cx="194905" cy="19490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98901" y="6092904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18"/>
          <p:cNvSpPr/>
          <p:nvPr/>
        </p:nvSpPr>
        <p:spPr>
          <a:xfrm>
            <a:off x="7398901" y="6236018"/>
            <a:ext cx="313062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Optimization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7398901" y="6641068"/>
            <a:ext cx="6549271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optimize backend and frontend performance through advanced caching strategies and database indexing for faster data access.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2378" y="1390174"/>
            <a:ext cx="89656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Acknowledgments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52581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has successfully delivered a robust F1 Racing Stats Web Application, demonstrating the power of modern web technologies to provide a comprehensive and engaging experience for Formula 1 enthusiasts. Its successful implementation reflects dedicated effort and effective application of full-stack development principles.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9643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extend our sincere gratitude to our professors and examiners for their invaluable guidance, support, and constructive feedback throughout this journey.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773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learnings included mastering the integration of Angular, Node.js, Express, and MongoDB, alongside achieving significant technical achievements in data handling, API development, and responsive UI design.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8583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time and consideration.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4764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Repository: </a:t>
            </a:r>
            <a:pPr algn="ctr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2026-04-28T08:05:54Z</dcterms:created>
  <dcterms:modified xsi:type="dcterms:W3CDTF">2026-04-28T08:05:54Z</dcterms:modified>
</cp:coreProperties>
</file>