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6" r:id="rId9"/>
    <p:sldId id="267" r:id="rId10"/>
  </p:sldIdLst>
  <p:sldSz cx="14630400" cy="8229600"/>
  <p:notesSz cx="8229600" cy="146304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Inter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13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8589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galtenario/f1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018699"/>
            <a:ext cx="7556421" cy="4253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150"/>
              </a:lnSpc>
              <a:buNone/>
            </a:pPr>
            <a:r>
              <a:rPr lang="en-US" sz="8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F1 Racing Stats Web Application</a:t>
            </a:r>
            <a:endParaRPr lang="en-US" sz="8900" dirty="0"/>
          </a:p>
        </p:txBody>
      </p:sp>
      <p:sp>
        <p:nvSpPr>
          <p:cNvPr id="4" name="Text 1"/>
          <p:cNvSpPr/>
          <p:nvPr/>
        </p:nvSpPr>
        <p:spPr>
          <a:xfrm>
            <a:off x="793790" y="561189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Jugal Patel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622994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24162581032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684799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FET Subject Project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34778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Overview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2396728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F1 Racing Stats Web Application is designed to be the ultimate digital companion for Formula 1 enthusiasts and data analysts. This full-stack web application offers: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3740587"/>
            <a:ext cx="7556421" cy="3141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Comprehensive tracking of real-time driver and constructor standings.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race results, including lap times, pit stop data, and incident summaries.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extensive archive of historical data covering past seasons, circuits, and legendary drivers.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intuitive, responsive interface for exploring performance trends and statistics.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0008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Technology Stack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762488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F1 Racing Stats Web Application is built on a modern, robust, and scalable technology stack designed for high performance and maintainability.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3743444"/>
            <a:ext cx="566976" cy="566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4253" y="374344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Angular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644253" y="4233863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Dynamic user interfaces for an interactive frontend experience.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6884" y="3743444"/>
            <a:ext cx="566976" cy="5669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307348" y="374344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Node.js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307348" y="4233863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Efficient and scalable server-side operations and application runtime.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3790" y="5413296"/>
            <a:ext cx="566976" cy="56697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44253" y="541329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Express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1644253" y="5903714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Robust API development and server management framework.</a:t>
            </a:r>
            <a:endParaRPr lang="en-US" sz="17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6884" y="5413296"/>
            <a:ext cx="566976" cy="56697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307348" y="541329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MongoDB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8307348" y="5903714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Flexible NoSQL database for structured and unstructured F1 data.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05902-5CC0-1735-1772-5643FB89F425}"/>
              </a:ext>
            </a:extLst>
          </p:cNvPr>
          <p:cNvSpPr/>
          <p:nvPr/>
        </p:nvSpPr>
        <p:spPr>
          <a:xfrm>
            <a:off x="12782747" y="7663992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3454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Database Schema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296954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F1 Racing Stats Web Application organizes data across several key MongoDB collections, designed for efficient storage and retrieval of racing information.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277910"/>
            <a:ext cx="4196358" cy="3817144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4270" y="3308390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DADBF1"/>
          </a:solidFill>
          <a:ln/>
        </p:spPr>
      </p:sp>
      <p:sp>
        <p:nvSpPr>
          <p:cNvPr id="6" name="Text 4"/>
          <p:cNvSpPr/>
          <p:nvPr/>
        </p:nvSpPr>
        <p:spPr>
          <a:xfrm>
            <a:off x="2721888" y="3432096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051084" y="421564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Driver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084" y="4706064"/>
            <a:ext cx="3681770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driverId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nationality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3277910"/>
            <a:ext cx="4196358" cy="3817144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7442" y="3308390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DADBF1"/>
          </a:solidFill>
          <a:ln/>
        </p:spPr>
      </p:sp>
      <p:sp>
        <p:nvSpPr>
          <p:cNvPr id="11" name="Text 9"/>
          <p:cNvSpPr/>
          <p:nvPr/>
        </p:nvSpPr>
        <p:spPr>
          <a:xfrm>
            <a:off x="7145060" y="3432096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5474256" y="421564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74256" y="4706064"/>
            <a:ext cx="3681770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raceId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circuit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season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9640133" y="3277910"/>
            <a:ext cx="4196358" cy="3817144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0613" y="3308390"/>
            <a:ext cx="4135398" cy="680442"/>
          </a:xfrm>
          <a:prstGeom prst="roundRect">
            <a:avLst>
              <a:gd name="adj" fmla="val 8626"/>
            </a:avLst>
          </a:prstGeom>
          <a:solidFill>
            <a:srgbClr val="DADBF1"/>
          </a:solidFill>
          <a:ln/>
        </p:spPr>
      </p:sp>
      <p:sp>
        <p:nvSpPr>
          <p:cNvPr id="16" name="Text 14"/>
          <p:cNvSpPr/>
          <p:nvPr/>
        </p:nvSpPr>
        <p:spPr>
          <a:xfrm>
            <a:off x="11568232" y="3432096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650" dirty="0"/>
          </a:p>
        </p:txBody>
      </p:sp>
      <p:sp>
        <p:nvSpPr>
          <p:cNvPr id="17" name="Text 15"/>
          <p:cNvSpPr/>
          <p:nvPr/>
        </p:nvSpPr>
        <p:spPr>
          <a:xfrm>
            <a:off x="9897427" y="421564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Result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897427" y="4706064"/>
            <a:ext cx="3681770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resultId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driverId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raceId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12BD86-162A-1A9C-A1D1-83ED8611871F}"/>
              </a:ext>
            </a:extLst>
          </p:cNvPr>
          <p:cNvSpPr/>
          <p:nvPr/>
        </p:nvSpPr>
        <p:spPr>
          <a:xfrm>
            <a:off x="12782747" y="7673419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6642" y="655439"/>
            <a:ext cx="5404842" cy="67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REST API Routes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756642" y="1743194"/>
            <a:ext cx="13117116" cy="675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application exposes a comprehensive set of RESTful API endpoints for interacting with F1 racing data, designed for seamless integration and robust data retrieval.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56642" y="2650569"/>
            <a:ext cx="13117116" cy="4923472"/>
          </a:xfrm>
          <a:prstGeom prst="roundRect">
            <a:avLst>
              <a:gd name="adj" fmla="val 1844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0361" y="2789396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535108" y="2789396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0361" y="3397210"/>
            <a:ext cx="6114931" cy="345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/api/drivers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535108" y="3397210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all drivers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80361" y="4012644"/>
            <a:ext cx="6114931" cy="345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/api/drivers/:id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35108" y="4012644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driver by ID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0361" y="4628078"/>
            <a:ext cx="6114931" cy="345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/api/races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35108" y="4628078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all races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80361" y="5243513"/>
            <a:ext cx="6114931" cy="345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/api/races/:id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535108" y="5243513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race details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80361" y="5858947"/>
            <a:ext cx="6114931" cy="345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/api/results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535108" y="5858947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race results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80361" y="6474381"/>
            <a:ext cx="6114931" cy="345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/api/results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535108" y="6474381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new result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80361" y="7089815"/>
            <a:ext cx="6114931" cy="345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/api/standings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535108" y="7089815"/>
            <a:ext cx="6114931" cy="33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current standings</a:t>
            </a:r>
            <a:endParaRPr lang="en-US" sz="17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15A408-4A2C-53ED-DA7C-BBC499669A2C}"/>
              </a:ext>
            </a:extLst>
          </p:cNvPr>
          <p:cNvSpPr/>
          <p:nvPr/>
        </p:nvSpPr>
        <p:spPr>
          <a:xfrm>
            <a:off x="12782747" y="7663992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3744" y="668060"/>
            <a:ext cx="4695944" cy="586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Features</a:t>
            </a:r>
            <a:endParaRPr lang="en-US" sz="36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4110" y="1494056"/>
            <a:ext cx="281702" cy="28170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754058" y="1488281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Importing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6754058" y="1874996"/>
            <a:ext cx="721899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Seamlessly import F1 data from various external sources.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4110" y="2466558"/>
            <a:ext cx="281702" cy="28170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754058" y="2460784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Race Results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6754058" y="2847499"/>
            <a:ext cx="721899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 detailed race results, including lap times, pit stops, and incident summaries.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4110" y="3439061"/>
            <a:ext cx="281702" cy="28170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754058" y="3433286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Standings Tracking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6754058" y="3820001"/>
            <a:ext cx="721899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real-time driver and constructor championship standings.</a:t>
            </a:r>
            <a:endParaRPr lang="en-US" sz="14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4110" y="4411563"/>
            <a:ext cx="281702" cy="28170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754058" y="4405789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Historical Data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6754058" y="4792504"/>
            <a:ext cx="7218998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an extensive archive of past seasons, circuits, and legendary driver statistics.</a:t>
            </a:r>
            <a:endParaRPr lang="en-US" sz="145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4110" y="5658743"/>
            <a:ext cx="281702" cy="281702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754058" y="5652968"/>
            <a:ext cx="2637473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Performance Analytics</a:t>
            </a:r>
            <a:endParaRPr lang="en-US" sz="1800" dirty="0"/>
          </a:p>
        </p:txBody>
      </p:sp>
      <p:sp>
        <p:nvSpPr>
          <p:cNvPr id="18" name="Text 10"/>
          <p:cNvSpPr/>
          <p:nvPr/>
        </p:nvSpPr>
        <p:spPr>
          <a:xfrm>
            <a:off x="6754058" y="6039683"/>
            <a:ext cx="7218998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in-depth driver and team performance trends with visual insights.</a:t>
            </a:r>
            <a:endParaRPr lang="en-US" sz="14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4110" y="6631245"/>
            <a:ext cx="281702" cy="28170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754058" y="6625471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Responsive Design</a:t>
            </a:r>
            <a:endParaRPr lang="en-US" sz="1800" dirty="0"/>
          </a:p>
        </p:txBody>
      </p:sp>
      <p:sp>
        <p:nvSpPr>
          <p:cNvPr id="21" name="Text 12"/>
          <p:cNvSpPr/>
          <p:nvPr/>
        </p:nvSpPr>
        <p:spPr>
          <a:xfrm>
            <a:off x="6754058" y="7012186"/>
            <a:ext cx="7218998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Enjoy a consistent and optimized experience across desktop, tablet, and mobile devices.</a:t>
            </a:r>
            <a:endParaRPr lang="en-US" sz="1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1B9CDD-4ECC-C142-CE31-C6D8345E0849}"/>
              </a:ext>
            </a:extLst>
          </p:cNvPr>
          <p:cNvSpPr/>
          <p:nvPr/>
        </p:nvSpPr>
        <p:spPr>
          <a:xfrm>
            <a:off x="12782747" y="7663992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9183" y="555903"/>
            <a:ext cx="4863108" cy="564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Development Journey</a:t>
            </a:r>
            <a:endParaRPr lang="en-US" sz="3550" dirty="0"/>
          </a:p>
        </p:txBody>
      </p:sp>
      <p:sp>
        <p:nvSpPr>
          <p:cNvPr id="3" name="Text 1"/>
          <p:cNvSpPr/>
          <p:nvPr/>
        </p:nvSpPr>
        <p:spPr>
          <a:xfrm>
            <a:off x="1079183" y="1408628"/>
            <a:ext cx="12471916" cy="519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project followed a structured development process, ensuring robust design, efficient implementation, and comprehensive testing from concept to deployment.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79183" y="2090142"/>
            <a:ext cx="406598" cy="406598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6870" y="2157770"/>
            <a:ext cx="271105" cy="2711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29728" y="2152174"/>
            <a:ext cx="2757368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Planning &amp; Requirements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629728" y="2520910"/>
            <a:ext cx="11921371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Defined project scope, core features, and user stories.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79183" y="3068717"/>
            <a:ext cx="406598" cy="406598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6870" y="3136344"/>
            <a:ext cx="271105" cy="27110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29728" y="3130748"/>
            <a:ext cx="2259330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Database Design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1629728" y="3499485"/>
            <a:ext cx="11921371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MongoDB schemas for efficient data storage.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079183" y="4047292"/>
            <a:ext cx="406598" cy="406598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6870" y="4114919"/>
            <a:ext cx="271105" cy="2711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29728" y="4109323"/>
            <a:ext cx="2476024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Backend Development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1629728" y="4478060"/>
            <a:ext cx="11921371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robust Node.js and Express APIs for data handling.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1079183" y="5025866"/>
            <a:ext cx="406598" cy="406598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6870" y="5093494"/>
            <a:ext cx="271105" cy="27110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29728" y="5087898"/>
            <a:ext cx="2510909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Frontend Development</a:t>
            </a:r>
            <a:endParaRPr lang="en-US" sz="1750" dirty="0"/>
          </a:p>
        </p:txBody>
      </p:sp>
      <p:sp>
        <p:nvSpPr>
          <p:cNvPr id="19" name="Text 13"/>
          <p:cNvSpPr/>
          <p:nvPr/>
        </p:nvSpPr>
        <p:spPr>
          <a:xfrm>
            <a:off x="1629728" y="5456634"/>
            <a:ext cx="11921371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Crafted interactive user interfaces with Angular.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1079183" y="6004441"/>
            <a:ext cx="406598" cy="406598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46870" y="6072068"/>
            <a:ext cx="271105" cy="27110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29728" y="6066473"/>
            <a:ext cx="2285048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Testing &amp; Integration</a:t>
            </a:r>
            <a:endParaRPr lang="en-US" sz="1750" dirty="0"/>
          </a:p>
        </p:txBody>
      </p:sp>
      <p:sp>
        <p:nvSpPr>
          <p:cNvPr id="23" name="Text 16"/>
          <p:cNvSpPr/>
          <p:nvPr/>
        </p:nvSpPr>
        <p:spPr>
          <a:xfrm>
            <a:off x="1629728" y="6435209"/>
            <a:ext cx="11921371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Ensured seamless functionality and component compatibility.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79183" y="6983016"/>
            <a:ext cx="406598" cy="406598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46870" y="7050643"/>
            <a:ext cx="271105" cy="27110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629728" y="7045047"/>
            <a:ext cx="3288863" cy="2824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Deployment &amp; Documentation</a:t>
            </a:r>
            <a:endParaRPr lang="en-US" sz="1750" dirty="0"/>
          </a:p>
        </p:txBody>
      </p:sp>
      <p:sp>
        <p:nvSpPr>
          <p:cNvPr id="27" name="Text 19"/>
          <p:cNvSpPr/>
          <p:nvPr/>
        </p:nvSpPr>
        <p:spPr>
          <a:xfrm>
            <a:off x="1629728" y="7413784"/>
            <a:ext cx="11921371" cy="259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Launched the application and provided comprehensive guides.</a:t>
            </a:r>
            <a:endParaRPr lang="en-US" sz="14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6D6438-A9D2-C6D2-380C-3FD96BF28158}"/>
              </a:ext>
            </a:extLst>
          </p:cNvPr>
          <p:cNvSpPr/>
          <p:nvPr/>
        </p:nvSpPr>
        <p:spPr>
          <a:xfrm>
            <a:off x="12782747" y="7673419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D774E7-A582-F7BB-6F81-8E9D1C8AD611}"/>
              </a:ext>
            </a:extLst>
          </p:cNvPr>
          <p:cNvSpPr/>
          <p:nvPr/>
        </p:nvSpPr>
        <p:spPr>
          <a:xfrm>
            <a:off x="12782747" y="7663992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2228" y="572572"/>
            <a:ext cx="4873228" cy="609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Roadmap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2228" y="1516618"/>
            <a:ext cx="13265944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commitment to continuous improvement means we have an exciting roadmap of enhancements designed to elevate the F1 Racing Stats experience even further.</a:t>
            </a:r>
            <a:endParaRPr lang="en-US" sz="1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228" y="2309098"/>
            <a:ext cx="194905" cy="194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2228" y="2593181"/>
            <a:ext cx="6549271" cy="2286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6" name="Text 3"/>
          <p:cNvSpPr/>
          <p:nvPr/>
        </p:nvSpPr>
        <p:spPr>
          <a:xfrm>
            <a:off x="682228" y="2736294"/>
            <a:ext cx="2808327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Real-time Data Updates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82228" y="3141345"/>
            <a:ext cx="6549271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live race data streaming for instant updates on standings, lap times, and events as they unfold.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8901" y="2309098"/>
            <a:ext cx="194905" cy="194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398901" y="2593181"/>
            <a:ext cx="6549271" cy="2286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0" name="Text 6"/>
          <p:cNvSpPr/>
          <p:nvPr/>
        </p:nvSpPr>
        <p:spPr>
          <a:xfrm>
            <a:off x="7398901" y="2736294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Advanced Analytics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7398901" y="3141345"/>
            <a:ext cx="6549271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 machine learning models to provide predictive analytics, such as potential race outcomes and driver performance trends.</a:t>
            </a:r>
            <a:endParaRPr lang="en-US" sz="15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2228" y="4058960"/>
            <a:ext cx="194905" cy="194905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2228" y="4343043"/>
            <a:ext cx="6549271" cy="2286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4" name="Text 9"/>
          <p:cNvSpPr/>
          <p:nvPr/>
        </p:nvSpPr>
        <p:spPr>
          <a:xfrm>
            <a:off x="682228" y="4486156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Mobile App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682228" y="4891207"/>
            <a:ext cx="6549271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 dedicated native iOS and Android applications to offer a seamless and optimized experience on mobile devices.</a:t>
            </a:r>
            <a:endParaRPr lang="en-US" sz="15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98901" y="4058960"/>
            <a:ext cx="194905" cy="1949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7398901" y="4343043"/>
            <a:ext cx="6549271" cy="2286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18" name="Text 12"/>
          <p:cNvSpPr/>
          <p:nvPr/>
        </p:nvSpPr>
        <p:spPr>
          <a:xfrm>
            <a:off x="7398901" y="4486156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Social Features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7398901" y="4891207"/>
            <a:ext cx="6549271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Introduce interactive social elements, allowing users to comment on races, share insights, and connect with other F1 fans.</a:t>
            </a:r>
            <a:endParaRPr lang="en-US" sz="15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2228" y="5808821"/>
            <a:ext cx="194905" cy="19490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2228" y="6092904"/>
            <a:ext cx="6549271" cy="2286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22" name="Text 15"/>
          <p:cNvSpPr/>
          <p:nvPr/>
        </p:nvSpPr>
        <p:spPr>
          <a:xfrm>
            <a:off x="682228" y="6236018"/>
            <a:ext cx="2436614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 Documentation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682228" y="6641068"/>
            <a:ext cx="6549271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 comprehensive Swagger/OpenAPI documentation for our REST API, enabling third-party developers to build on our platform.</a:t>
            </a:r>
            <a:endParaRPr lang="en-US" sz="15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98901" y="5808821"/>
            <a:ext cx="194905" cy="194905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7398901" y="6092904"/>
            <a:ext cx="6549271" cy="22860"/>
          </a:xfrm>
          <a:prstGeom prst="rect">
            <a:avLst/>
          </a:prstGeom>
          <a:solidFill>
            <a:srgbClr val="4950BC"/>
          </a:solidFill>
          <a:ln/>
        </p:spPr>
      </p:sp>
      <p:sp>
        <p:nvSpPr>
          <p:cNvPr id="26" name="Text 18"/>
          <p:cNvSpPr/>
          <p:nvPr/>
        </p:nvSpPr>
        <p:spPr>
          <a:xfrm>
            <a:off x="7398901" y="6236018"/>
            <a:ext cx="3130629" cy="30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Performance Optimization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7398901" y="6641068"/>
            <a:ext cx="6549271" cy="869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Continuously optimize backend and frontend performance through advanced caching strategies and database indexing for faster data access.</a:t>
            </a:r>
            <a:endParaRPr lang="en-US" sz="15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8DE7FD-799E-1F16-26EF-6888C1C42FAB}"/>
              </a:ext>
            </a:extLst>
          </p:cNvPr>
          <p:cNvSpPr/>
          <p:nvPr/>
        </p:nvSpPr>
        <p:spPr>
          <a:xfrm>
            <a:off x="12782747" y="7673419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32378" y="1390174"/>
            <a:ext cx="896564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 &amp; Acknowledgments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52581"/>
            <a:ext cx="130428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project has successfully delivered a robust F1 Racing Stats Web Application, demonstrating the power of modern web technologies to provide a comprehensive and engaging experience for Formula 1 enthusiasts. Its successful implementation reflects dedicated effort and effective application of full-stack development principles.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389643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extend our sincere gratitude to our professors and examiners for their invaluable guidance, support, and constructive feedback throughout this journey.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87739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learnings included mastering the integration of Angular, Node.js, Express, and MongoDB, alongside achieving significant technical achievements in data handling, API development, and responsive UI design.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85835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 for your time and consideration.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647640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Repository: </a:t>
            </a:r>
            <a:r>
              <a:rPr lang="en-US" sz="1750" u="sng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/>
              </a:rPr>
              <a:t>GitHub</a:t>
            </a:r>
            <a:endParaRPr lang="en-US" sz="1750" u="sng" dirty="0">
              <a:solidFill>
                <a:srgbClr val="4950BC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ctr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EF759E-8A35-9277-C666-47AE5250AE58}"/>
              </a:ext>
            </a:extLst>
          </p:cNvPr>
          <p:cNvSpPr/>
          <p:nvPr/>
        </p:nvSpPr>
        <p:spPr>
          <a:xfrm>
            <a:off x="12782747" y="7673419"/>
            <a:ext cx="1753386" cy="49019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768</Words>
  <Application>Microsoft Office PowerPoint</Application>
  <PresentationFormat>Custom</PresentationFormat>
  <Paragraphs>117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Consolas</vt:lpstr>
      <vt:lpstr>Inter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Jugal Patel</cp:lastModifiedBy>
  <cp:revision>2</cp:revision>
  <dcterms:created xsi:type="dcterms:W3CDTF">2026-04-28T08:05:54Z</dcterms:created>
  <dcterms:modified xsi:type="dcterms:W3CDTF">2026-04-28T08:23:31Z</dcterms:modified>
</cp:coreProperties>
</file>